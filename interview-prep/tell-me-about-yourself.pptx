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Tell Me About Yourself</a:t>
            </a:r>
          </a:p>
          <a:p>
            <a:r>
              <a:rPr sz="1600">
                <a:solidFill>
                  <a:srgbClr val="FF9900"/>
                </a:solidFill>
              </a:rPr>
              <a:t>Basha  ·  Senior Full Stack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1A237E"/>
                </a:solidFill>
              </a:rPr>
              <a:t>Background:  </a:t>
            </a:r>
            <a:r>
              <a:rPr sz="1500">
                <a:solidFill>
                  <a:srgbClr val="22222A"/>
                </a:solidFill>
              </a:rPr>
              <a:t>Bachelor's in Mechanical Engineering (2022) — fell in love with coding. Today, a Senior Full Stack Developer.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37E"/>
                </a:solidFill>
              </a:rPr>
              <a:t>Skills:  </a:t>
            </a:r>
            <a:r>
              <a:rPr sz="1500">
                <a:solidFill>
                  <a:srgbClr val="22222A"/>
                </a:solidFill>
              </a:rPr>
              <a:t>Python, JavaScript, React, Node.js — and GenAI with LangChain.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37E"/>
                </a:solidFill>
              </a:rPr>
              <a:t>Goal:  </a:t>
            </a:r>
            <a:r>
              <a:rPr sz="1500">
                <a:solidFill>
                  <a:srgbClr val="22222A"/>
                </a:solidFill>
              </a:rPr>
              <a:t>Grow into building AI-powered, problem-solving products.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37E"/>
                </a:solidFill>
              </a:rPr>
              <a:t>Why Amazon:  </a:t>
            </a:r>
            <a:r>
              <a:rPr sz="1500">
                <a:solidFill>
                  <a:srgbClr val="22222A"/>
                </a:solidFill>
              </a:rPr>
              <a:t>Drawn to customer-centric, AI-powered products — making people's lives easier.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37E"/>
                </a:solidFill>
              </a:rPr>
              <a:t>Keystone Project:  </a:t>
            </a:r>
            <a:r>
              <a:rPr sz="1500">
                <a:solidFill>
                  <a:srgbClr val="22222A"/>
                </a:solidFill>
              </a:rPr>
              <a:t>Built a seafood traceability system: a Neo4j knowledge graph + a GenAI chatbot. Never used a graph DB — learned it from scratch and shipped to production.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A237E"/>
                </a:solidFill>
              </a:rPr>
              <a:t>Closer:  </a:t>
            </a:r>
            <a:r>
              <a:rPr sz="1500">
                <a:solidFill>
                  <a:srgbClr val="22222A"/>
                </a:solidFill>
              </a:rPr>
              <a:t>I'd love to contribute my AI + full-stack skills here.   |   Outside work: cricket &amp; gym.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5A6E"/>
                </a:solidFill>
              </a:rPr>
              <a:t>Delivery: ~60–90 sec · slow down · lead with "Senior Full Stack Developer" · land the result.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